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233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838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541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164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9478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978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304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0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486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9662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445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5985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917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6668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2753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91467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5305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486145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0348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4114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4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096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180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180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873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5606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789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0292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545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2398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9712" y="580103"/>
            <a:ext cx="11072353" cy="1112889"/>
          </a:xfrm>
        </p:spPr>
        <p:txBody>
          <a:bodyPr/>
          <a:lstStyle/>
          <a:p>
            <a:pPr algn="ctr"/>
            <a:r>
              <a:rPr dirty="0"/>
              <a:t>LIBRARY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5600" y="2154493"/>
            <a:ext cx="6400800" cy="4364294"/>
          </a:xfrm>
        </p:spPr>
        <p:txBody>
          <a:bodyPr>
            <a:normAutofit fontScale="92500" lnSpcReduction="20000"/>
          </a:bodyPr>
          <a:lstStyle/>
          <a:p>
            <a:r>
              <a:rPr sz="2800" dirty="0"/>
              <a:t>Project Presentation</a:t>
            </a:r>
          </a:p>
          <a:p>
            <a:r>
              <a:rPr sz="2800" dirty="0"/>
              <a:t>ASP.NET Web Forms • C# • .NET Framework 4.8 • SQL Server</a:t>
            </a:r>
            <a:endParaRPr lang="en-US" sz="2800" dirty="0"/>
          </a:p>
          <a:p>
            <a:endParaRPr lang="en-IN" sz="2800" dirty="0"/>
          </a:p>
          <a:p>
            <a:r>
              <a:rPr lang="en-IN" sz="2800"/>
              <a:t>Submitted </a:t>
            </a:r>
            <a:r>
              <a:rPr lang="en-IN" sz="2800" dirty="0"/>
              <a:t>By : Aayushi Raulji</a:t>
            </a:r>
          </a:p>
          <a:p>
            <a:r>
              <a:rPr lang="en-IN" sz="2800" dirty="0" err="1"/>
              <a:t>Enrollment</a:t>
            </a:r>
            <a:r>
              <a:rPr lang="en-IN" sz="2800" dirty="0"/>
              <a:t> No. : 2405101200034</a:t>
            </a:r>
          </a:p>
          <a:p>
            <a:r>
              <a:rPr lang="en-IN" sz="2800" dirty="0"/>
              <a:t>Course : BSC IT Hons</a:t>
            </a:r>
          </a:p>
          <a:p>
            <a:r>
              <a:rPr lang="en-IN" sz="2800" dirty="0"/>
              <a:t>Div : G</a:t>
            </a:r>
          </a:p>
          <a:p>
            <a:r>
              <a:rPr lang="en-IN" sz="2800" dirty="0"/>
              <a:t>Sem : 5th</a:t>
            </a:r>
          </a:p>
          <a:p>
            <a:endParaRPr lang="en-IN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1174361" cy="1143000"/>
          </a:xfrm>
        </p:spPr>
        <p:txBody>
          <a:bodyPr/>
          <a:lstStyle/>
          <a:p>
            <a:r>
              <a:rPr dirty="0"/>
              <a:t>1. 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174360" cy="4525963"/>
          </a:xfrm>
        </p:spPr>
        <p:txBody>
          <a:bodyPr>
            <a:normAutofit/>
          </a:bodyPr>
          <a:lstStyle/>
          <a:p>
            <a:pPr>
              <a:defRPr sz="2200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  <a:defRPr sz="2200"/>
            </a:pPr>
            <a:r>
              <a:rPr sz="2800" dirty="0"/>
              <a:t>Web-based application for managing library books and users.</a:t>
            </a:r>
          </a:p>
          <a:p>
            <a:pPr marL="457200" indent="-457200">
              <a:buFont typeface="Arial" panose="020B0604020202020204" pitchFamily="34" charset="0"/>
              <a:buChar char="•"/>
              <a:defRPr sz="2200"/>
            </a:pPr>
            <a:r>
              <a:rPr sz="2800" dirty="0"/>
              <a:t>Separate User and Admin functionality.</a:t>
            </a:r>
          </a:p>
          <a:p>
            <a:pPr marL="457200" indent="-457200">
              <a:buFont typeface="Arial" panose="020B0604020202020204" pitchFamily="34" charset="0"/>
              <a:buChar char="•"/>
              <a:defRPr sz="2200"/>
            </a:pPr>
            <a:r>
              <a:rPr sz="2800" dirty="0"/>
              <a:t>SQL Server </a:t>
            </a:r>
            <a:r>
              <a:rPr sz="2800" dirty="0" err="1"/>
              <a:t>LocalDB</a:t>
            </a:r>
            <a:r>
              <a:rPr sz="2800" dirty="0"/>
              <a:t> for persistent data storage.</a:t>
            </a:r>
          </a:p>
          <a:p>
            <a:pPr marL="457200" indent="-457200">
              <a:buFont typeface="Arial" panose="020B0604020202020204" pitchFamily="34" charset="0"/>
              <a:buChar char="•"/>
              <a:defRPr sz="2200"/>
            </a:pPr>
            <a:r>
              <a:rPr sz="2800" dirty="0"/>
              <a:t>ASP.NET Web Forms with ADO.NET.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Manage library books through CRUD operations.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Provide registration and login.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Implement role-based access control.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Provide book search.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Secure stored user passwords.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ASP.NET Web Forms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C#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.NET Framework 4.8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SQL Server </a:t>
            </a:r>
            <a:r>
              <a:rPr dirty="0" err="1"/>
              <a:t>LocalDB</a:t>
            </a:r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ADO.NET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HTML and CSS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Visual Studio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System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Registration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Login and Authentication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User Dashboard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Books and Search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Admin Dashboard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Manage Books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Add Book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Manage Users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User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Register a new account.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Login using email and password.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Access the User Dashboard.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View available books.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Search books by name, author, category or ISBN.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Logout securely.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Admin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Admin Dashboard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View and search books.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Add, edit and delete books.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View registered users.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Change User/Admin roles.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Delete other user accounts.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Database: </a:t>
            </a:r>
            <a:r>
              <a:rPr dirty="0" err="1"/>
              <a:t>LibraryManagementDB</a:t>
            </a:r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Users: </a:t>
            </a:r>
            <a:r>
              <a:rPr dirty="0" err="1"/>
              <a:t>UserId</a:t>
            </a:r>
            <a:r>
              <a:rPr dirty="0"/>
              <a:t>, Name, Email, </a:t>
            </a:r>
            <a:r>
              <a:rPr dirty="0" err="1"/>
              <a:t>PasswordHash</a:t>
            </a:r>
            <a:r>
              <a:rPr dirty="0"/>
              <a:t>, Role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Books: </a:t>
            </a:r>
            <a:r>
              <a:rPr dirty="0" err="1"/>
              <a:t>BookId</a:t>
            </a:r>
            <a:r>
              <a:rPr dirty="0"/>
              <a:t>, BookName, Author, Category, ISBN, Quantity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Primary keys and constraints support data integrity.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PBKDF2 password hashing with random salt.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100,000 PBKDF2 iterations.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Session-based authentication.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Role-based authorization.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Parameterized SQL queries.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Admin pages verify the user's role.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Admin self-delete and self-role-change are prevented.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Book CRUD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Create – Add a new book.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Read – Display books.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Update – Edit book details.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Delete – Remove a book.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Search – Filter books using multiple fields.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Testing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Registration tested successfully.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User and Admin login tested.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Book search tested.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Book add, edit and delete tested.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User role management tested.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Admin access restrictions tested.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Implemented requirements function as expected.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Book issue and return system.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Due dates and fine calculation.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Book reservation.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Email notifications.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Reports and dashboard statistics.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Book cover/image support.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dirty="0"/>
              <a:t>Audit logs and production deployment.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sz="2800" dirty="0"/>
              <a:t>Complete database-driven library application.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sz="2800" dirty="0"/>
              <a:t>Combines authentication, authorization, CRUD operations and search.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sz="2800" dirty="0"/>
              <a:t>Provides a foundation for advanced library services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10</TotalTime>
  <Words>450</Words>
  <Application>Microsoft Office PowerPoint</Application>
  <PresentationFormat>Widescreen</PresentationFormat>
  <Paragraphs>91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Felix Titling</vt:lpstr>
      <vt:lpstr>Goudy Old Style</vt:lpstr>
      <vt:lpstr>Archway</vt:lpstr>
      <vt:lpstr>LIBRARY MANAGEMENT SYSTEM</vt:lpstr>
      <vt:lpstr>1. Project Introduction</vt:lpstr>
      <vt:lpstr>2. Project Objectives</vt:lpstr>
      <vt:lpstr>3. Technologies Used</vt:lpstr>
      <vt:lpstr>4. System Modules</vt:lpstr>
      <vt:lpstr>5. User Module</vt:lpstr>
      <vt:lpstr>6. Admin Module</vt:lpstr>
      <vt:lpstr>7. Database Design</vt:lpstr>
      <vt:lpstr>8. Security Features</vt:lpstr>
      <vt:lpstr>9. Book CRUD Operations</vt:lpstr>
      <vt:lpstr>10. Testing &amp; Results</vt:lpstr>
      <vt:lpstr>11. Future Enhancements</vt:lpstr>
      <vt:lpstr>12.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Naman Chhajed</cp:lastModifiedBy>
  <cp:revision>3</cp:revision>
  <dcterms:created xsi:type="dcterms:W3CDTF">2013-01-27T09:14:16Z</dcterms:created>
  <dcterms:modified xsi:type="dcterms:W3CDTF">2026-09-23T15:40:55Z</dcterms:modified>
  <cp:category/>
</cp:coreProperties>
</file>